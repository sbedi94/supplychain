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A2FFC-892B-470A-B2E3-811DFD5B8077}" v="1" dt="2026-01-15T10:02:27.3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mit Bedi" userId="83b95df4-becc-4bf0-aaef-d69aa2b24f27" providerId="ADAL" clId="{3A0234B3-EE0B-4D7F-AA7C-DDD3ECF2F5DB}"/>
    <pc:docChg chg="custSel addSld modSld">
      <pc:chgData name="Sumit Bedi" userId="83b95df4-becc-4bf0-aaef-d69aa2b24f27" providerId="ADAL" clId="{3A0234B3-EE0B-4D7F-AA7C-DDD3ECF2F5DB}" dt="2026-01-15T10:57:41.880" v="76" actId="1076"/>
      <pc:docMkLst>
        <pc:docMk/>
      </pc:docMkLst>
      <pc:sldChg chg="modSp mod">
        <pc:chgData name="Sumit Bedi" userId="83b95df4-becc-4bf0-aaef-d69aa2b24f27" providerId="ADAL" clId="{3A0234B3-EE0B-4D7F-AA7C-DDD3ECF2F5DB}" dt="2026-01-15T10:06:01.700" v="72" actId="20577"/>
        <pc:sldMkLst>
          <pc:docMk/>
          <pc:sldMk cId="1832213547" sldId="260"/>
        </pc:sldMkLst>
        <pc:spChg chg="mod">
          <ac:chgData name="Sumit Bedi" userId="83b95df4-becc-4bf0-aaef-d69aa2b24f27" providerId="ADAL" clId="{3A0234B3-EE0B-4D7F-AA7C-DDD3ECF2F5DB}" dt="2026-01-15T10:06:01.700" v="72" actId="20577"/>
          <ac:spMkLst>
            <pc:docMk/>
            <pc:sldMk cId="1832213547" sldId="260"/>
            <ac:spMk id="4" creationId="{D359E1E5-5CEA-EB85-06B8-876CE8795DE6}"/>
          </ac:spMkLst>
        </pc:spChg>
      </pc:sldChg>
      <pc:sldChg chg="addSp delSp modSp mod">
        <pc:chgData name="Sumit Bedi" userId="83b95df4-becc-4bf0-aaef-d69aa2b24f27" providerId="ADAL" clId="{3A0234B3-EE0B-4D7F-AA7C-DDD3ECF2F5DB}" dt="2026-01-15T10:57:41.880" v="76" actId="1076"/>
        <pc:sldMkLst>
          <pc:docMk/>
          <pc:sldMk cId="1354438244" sldId="262"/>
        </pc:sldMkLst>
        <pc:spChg chg="add del mod">
          <ac:chgData name="Sumit Bedi" userId="83b95df4-becc-4bf0-aaef-d69aa2b24f27" providerId="ADAL" clId="{3A0234B3-EE0B-4D7F-AA7C-DDD3ECF2F5DB}" dt="2026-01-15T10:57:35.119" v="75" actId="478"/>
          <ac:spMkLst>
            <pc:docMk/>
            <pc:sldMk cId="1354438244" sldId="262"/>
            <ac:spMk id="4" creationId="{DA073C49-B12D-2E43-A963-BCF532CEF31C}"/>
          </ac:spMkLst>
        </pc:spChg>
        <pc:spChg chg="add mod">
          <ac:chgData name="Sumit Bedi" userId="83b95df4-becc-4bf0-aaef-d69aa2b24f27" providerId="ADAL" clId="{3A0234B3-EE0B-4D7F-AA7C-DDD3ECF2F5DB}" dt="2026-01-15T10:57:41.880" v="76" actId="1076"/>
          <ac:spMkLst>
            <pc:docMk/>
            <pc:sldMk cId="1354438244" sldId="262"/>
            <ac:spMk id="7" creationId="{C5F8C4BD-0C79-70EE-789E-2AD3AED6F422}"/>
          </ac:spMkLst>
        </pc:spChg>
        <pc:picChg chg="del">
          <ac:chgData name="Sumit Bedi" userId="83b95df4-becc-4bf0-aaef-d69aa2b24f27" providerId="ADAL" clId="{3A0234B3-EE0B-4D7F-AA7C-DDD3ECF2F5DB}" dt="2026-01-15T10:57:25.171" v="73" actId="478"/>
          <ac:picMkLst>
            <pc:docMk/>
            <pc:sldMk cId="1354438244" sldId="262"/>
            <ac:picMk id="5" creationId="{6B36E079-3C0B-B894-9EAA-88A62CC9F1CC}"/>
          </ac:picMkLst>
        </pc:picChg>
      </pc:sldChg>
      <pc:sldChg chg="addSp delSp modSp add mod">
        <pc:chgData name="Sumit Bedi" userId="83b95df4-becc-4bf0-aaef-d69aa2b24f27" providerId="ADAL" clId="{3A0234B3-EE0B-4D7F-AA7C-DDD3ECF2F5DB}" dt="2026-01-15T10:03:31.757" v="45" actId="20577"/>
        <pc:sldMkLst>
          <pc:docMk/>
          <pc:sldMk cId="1993688944" sldId="269"/>
        </pc:sldMkLst>
        <pc:spChg chg="mod">
          <ac:chgData name="Sumit Bedi" userId="83b95df4-becc-4bf0-aaef-d69aa2b24f27" providerId="ADAL" clId="{3A0234B3-EE0B-4D7F-AA7C-DDD3ECF2F5DB}" dt="2026-01-15T10:03:31.757" v="45" actId="20577"/>
          <ac:spMkLst>
            <pc:docMk/>
            <pc:sldMk cId="1993688944" sldId="269"/>
            <ac:spMk id="2" creationId="{9C811219-5C93-56BC-7980-9BE79E002390}"/>
          </ac:spMkLst>
        </pc:spChg>
        <pc:spChg chg="del">
          <ac:chgData name="Sumit Bedi" userId="83b95df4-becc-4bf0-aaef-d69aa2b24f27" providerId="ADAL" clId="{3A0234B3-EE0B-4D7F-AA7C-DDD3ECF2F5DB}" dt="2026-01-15T10:02:44.764" v="38" actId="478"/>
          <ac:spMkLst>
            <pc:docMk/>
            <pc:sldMk cId="1993688944" sldId="269"/>
            <ac:spMk id="3" creationId="{481BF2E2-2AFF-7FDE-6880-57A370E7189E}"/>
          </ac:spMkLst>
        </pc:spChg>
        <pc:spChg chg="add del mod">
          <ac:chgData name="Sumit Bedi" userId="83b95df4-becc-4bf0-aaef-d69aa2b24f27" providerId="ADAL" clId="{3A0234B3-EE0B-4D7F-AA7C-DDD3ECF2F5DB}" dt="2026-01-15T10:03:15.118" v="39" actId="478"/>
          <ac:spMkLst>
            <pc:docMk/>
            <pc:sldMk cId="1993688944" sldId="269"/>
            <ac:spMk id="5" creationId="{692AAEEF-793E-5AB4-EAED-D8B72DC1FE35}"/>
          </ac:spMkLst>
        </pc:spChg>
        <pc:picChg chg="del">
          <ac:chgData name="Sumit Bedi" userId="83b95df4-becc-4bf0-aaef-d69aa2b24f27" providerId="ADAL" clId="{3A0234B3-EE0B-4D7F-AA7C-DDD3ECF2F5DB}" dt="2026-01-15T10:03:17.644" v="40" actId="478"/>
          <ac:picMkLst>
            <pc:docMk/>
            <pc:sldMk cId="1993688944" sldId="269"/>
            <ac:picMk id="6" creationId="{A7992019-FB87-A829-940C-01E7D692314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950AF-D518-94E8-C980-AD603A87D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B25A28-C386-8D20-1DFE-9B3CE800D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75D417-7FE9-C5C7-4822-21FA50A98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20E849-26BE-FD0E-3324-93FECA14C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349AF3-C3BA-63DB-3D9F-F3E96C99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879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41B9C-21C9-9D25-56F7-DBA073B1E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D31CE-BAA2-6ED9-0A60-154CAA97B5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6154D-6B7C-8C7E-2879-F2D34BF0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BCBBD-D7C7-185C-0624-489A25C10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05F8D-1F26-7BBB-406E-DE42FD7D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68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4E9DB-49F2-23EE-DDE7-4A0308B7F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DFACE5-EC44-1CB0-55FB-0C58169AD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75C95-0679-FA84-593D-C925872AC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F1791-9E04-6A61-083C-D85FA9274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5C0B17-B9A6-4426-083E-98CA3E0EB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60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7A432-BB67-E4AD-D4C3-5BADF341A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2F168-443F-5ADB-E516-42EE75EB3D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805C0-7BD8-24A7-DBF6-31AD1AA48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97691-2430-752B-9241-34010069F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528274-E9D5-5132-7D6C-E1DD70ED0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F94C2-F01B-FF4B-5E6A-3416A1F0A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6513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BE761-1AF8-1E06-ABC3-A60CEA0CD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E96AC-1F01-6078-0E7E-8DC8D5220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23F0A3-3E79-AFD8-59D9-76B7F41D69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8BF548-3F48-5927-340E-102DC0B6A1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D91552-A53F-AF21-9227-EDF86BE328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A46DE2-7411-9CA0-65F8-5BE0FDA7E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74477B-2DA9-8AB2-B013-208D083E3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267AAD-B45B-24E6-7E70-D6F2EC31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488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86FE7-8F7D-3AC6-F25E-D80CFAE2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DEBB73-238E-4C62-C2E3-12EF33DB4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90BE14-C1D7-F145-9C99-B31D216A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623664-B3C6-8674-D820-23602B36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013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B950D-993B-3D66-F5A3-B060D3DE0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4A7846-D5F5-5618-57EC-4A405B053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FE0F18-8514-DDAB-5649-09D1E31D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26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836A-FDD8-A4CC-8BDE-9AF4E1D63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3ABC9-9E34-D6B9-D914-D5A18D0C2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6C303-8D6C-E308-D623-4F68154713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5C123A-93BA-B660-DBE6-943EE398B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39C129-831E-86B8-DD49-4F84AC4C8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973A30-D320-34E4-8F89-CBC83D271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783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ABA5-5962-A419-51EC-E3E7D4253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01F7DB-42ED-BBD2-C93D-0B4CE9707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6FA7B-4F95-6395-401F-9E89095681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3F5810-35C9-2FDA-8181-110985228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A90E35-734E-5C87-5235-DA42A9FEC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F40301-582A-7834-2A4B-0403E06CD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31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5812D-60F4-50BD-D2F5-4921499D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401E2-3B15-8E8C-E9C8-ABDDDCFBA6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402BF-30B3-3B75-A746-100E3620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94789-D251-26B9-DE4E-FF7ABFDA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84E78-1E94-5F31-4C6D-32F947E26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70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96736D-2129-205A-05DD-9E5CC2FD3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EB510B-5DEE-266C-4937-5D22A4CCC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D5FF6-30BC-E536-5131-2832EE78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06323-4450-B82F-899F-CED672E97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4F288-8A13-2326-81C6-21F221E2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50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C25824-A67A-60FC-0F40-72B0EBE44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CFB1CE-AACE-1C99-B19D-9C69611EB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1B443-6493-AF0D-04D7-53AE9C12FA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B3D7C5-33B9-4E1B-8369-892FDA6A5AFE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08E35-D63F-A419-D7FF-86B4904C6F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8BC1D-44FA-2E33-171C-7268DA51FA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84EC4B-09FF-4898-BFC4-C0F971439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6704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E32A0-4CED-DA8D-83B9-0195AAAA05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SupplyChainAI</a:t>
            </a:r>
            <a:r>
              <a:rPr lang="en-IN" dirty="0"/>
              <a:t> Challenge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6F7E2-9B4F-FADD-DE34-7CBD905B7C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Supply chain Operations Multi-Agent System</a:t>
            </a:r>
            <a:br>
              <a:rPr lang="en-IN" dirty="0"/>
            </a:br>
            <a:endParaRPr lang="en-IN" dirty="0"/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0AFC9F-EE73-3511-B439-2ED420D1348F}"/>
              </a:ext>
            </a:extLst>
          </p:cNvPr>
          <p:cNvSpPr txBox="1"/>
          <p:nvPr/>
        </p:nvSpPr>
        <p:spPr>
          <a:xfrm>
            <a:off x="10559143" y="548495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Presented by:</a:t>
            </a:r>
          </a:p>
          <a:p>
            <a:r>
              <a:rPr lang="en-IN" dirty="0"/>
              <a:t>Deepak</a:t>
            </a:r>
          </a:p>
          <a:p>
            <a:r>
              <a:rPr lang="en-IN" dirty="0"/>
              <a:t>Ritesh</a:t>
            </a:r>
          </a:p>
          <a:p>
            <a:r>
              <a:rPr lang="en-IN" dirty="0"/>
              <a:t>Sumit</a:t>
            </a:r>
          </a:p>
        </p:txBody>
      </p:sp>
    </p:spTree>
    <p:extLst>
      <p:ext uri="{BB962C8B-B14F-4D97-AF65-F5344CB8AC3E}">
        <p14:creationId xmlns:p14="http://schemas.microsoft.com/office/powerpoint/2010/main" val="171953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47ED50-7D4B-2DAB-BDF6-F0C877D18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Challenge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E2AEF1-FF7A-9CD1-12EA-3EE61567B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GlobalRetail</a:t>
            </a:r>
            <a:r>
              <a:rPr lang="en-US" dirty="0"/>
              <a:t> operates 500 stores with 50,000 SKUs. Current siloed decision-making results in 15% stockouts ($8M/year) and 20% overstock ($15M tied capital). Build a multi-agent system for demand forecasting, inventory optimization, and logistics coordination with human approval for high-impact decisions.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3838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F50B5-CA38-5F44-4712-D76F7F73B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2BCBE-8E35-9427-6FDA-ADA26C25B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and build an intelligent multi-agent system using </a:t>
            </a:r>
            <a:r>
              <a:rPr lang="en-US" dirty="0" err="1"/>
              <a:t>LangChain</a:t>
            </a:r>
            <a:r>
              <a:rPr lang="en-US" dirty="0"/>
              <a:t> and </a:t>
            </a:r>
            <a:r>
              <a:rPr lang="en-US" dirty="0" err="1"/>
              <a:t>LangGraph</a:t>
            </a:r>
            <a:r>
              <a:rPr lang="en-US" dirty="0"/>
              <a:t>. Your system must coordinate multiple specialized AI agents with appropriate human oversight for critical decisions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5175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359E1E5-5CEA-EB85-06B8-876CE879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5286" y="2766218"/>
            <a:ext cx="10515600" cy="1325563"/>
          </a:xfrm>
        </p:spPr>
        <p:txBody>
          <a:bodyPr/>
          <a:lstStyle/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Solution –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en-IN" b="1" dirty="0" err="1">
                <a:latin typeface="Arial" panose="020B0604020202020204" pitchFamily="34" charset="0"/>
                <a:cs typeface="Arial" panose="020B0604020202020204" pitchFamily="34" charset="0"/>
              </a:rPr>
              <a:t>LangGraph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21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9561-BAF8-99FB-8A40-AE5D9A88F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C717-3179-C0A4-93B2-3D48D2538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Data Loader</a:t>
            </a:r>
          </a:p>
          <a:p>
            <a:r>
              <a:rPr lang="en-IN" dirty="0"/>
              <a:t>Data Profiling</a:t>
            </a:r>
          </a:p>
          <a:p>
            <a:r>
              <a:rPr lang="en-IN" dirty="0"/>
              <a:t>Features</a:t>
            </a:r>
          </a:p>
          <a:p>
            <a:r>
              <a:rPr lang="en-IN" dirty="0"/>
              <a:t>Demand </a:t>
            </a:r>
            <a:r>
              <a:rPr lang="en-IN" dirty="0" err="1"/>
              <a:t>Forcast</a:t>
            </a:r>
            <a:endParaRPr lang="en-IN" dirty="0"/>
          </a:p>
          <a:p>
            <a:r>
              <a:rPr lang="en-IN" dirty="0"/>
              <a:t>Inventory Optimization</a:t>
            </a:r>
          </a:p>
          <a:p>
            <a:r>
              <a:rPr lang="en-IN" dirty="0"/>
              <a:t>Supplier Procurement</a:t>
            </a:r>
          </a:p>
          <a:p>
            <a:r>
              <a:rPr lang="en-IN" dirty="0"/>
              <a:t>Logistic Capacity</a:t>
            </a:r>
          </a:p>
          <a:p>
            <a:r>
              <a:rPr lang="en-IN" dirty="0"/>
              <a:t>Human Review</a:t>
            </a:r>
          </a:p>
          <a:p>
            <a:r>
              <a:rPr lang="en-IN" dirty="0"/>
              <a:t>Evaluation</a:t>
            </a:r>
          </a:p>
        </p:txBody>
      </p:sp>
    </p:spTree>
    <p:extLst>
      <p:ext uri="{BB962C8B-B14F-4D97-AF65-F5344CB8AC3E}">
        <p14:creationId xmlns:p14="http://schemas.microsoft.com/office/powerpoint/2010/main" val="2781501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ADB65-CCA6-7296-189B-B28666DA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F8C4BD-0C79-70EE-789E-2AD3AED6F422}"/>
              </a:ext>
            </a:extLst>
          </p:cNvPr>
          <p:cNvSpPr txBox="1"/>
          <p:nvPr/>
        </p:nvSpPr>
        <p:spPr>
          <a:xfrm>
            <a:off x="4082143" y="1284744"/>
            <a:ext cx="609600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Load Data</a:t>
            </a:r>
          </a:p>
          <a:p>
            <a:pPr>
              <a:buNone/>
            </a:pPr>
            <a:r>
              <a:rPr lang="en-IN" dirty="0"/>
              <a:t>   ↓</a:t>
            </a:r>
          </a:p>
          <a:p>
            <a:pPr>
              <a:buNone/>
            </a:pPr>
            <a:r>
              <a:rPr lang="en-IN" dirty="0"/>
              <a:t>Profile Data (clean, sort)</a:t>
            </a:r>
          </a:p>
          <a:p>
            <a:pPr>
              <a:buNone/>
            </a:pPr>
            <a:r>
              <a:rPr lang="en-IN" dirty="0"/>
              <a:t>   ↓</a:t>
            </a:r>
          </a:p>
          <a:p>
            <a:pPr>
              <a:buNone/>
            </a:pPr>
            <a:r>
              <a:rPr lang="en-IN" dirty="0"/>
              <a:t>Feature Engineering (add calculated columns)</a:t>
            </a:r>
          </a:p>
          <a:p>
            <a:pPr>
              <a:buNone/>
            </a:pPr>
            <a:r>
              <a:rPr lang="en-IN" dirty="0"/>
              <a:t>   ↓</a:t>
            </a:r>
          </a:p>
          <a:p>
            <a:pPr>
              <a:buNone/>
            </a:pPr>
            <a:r>
              <a:rPr lang="en-IN" dirty="0"/>
              <a:t>Demand Forecasting (LLM or statistical)</a:t>
            </a:r>
          </a:p>
          <a:p>
            <a:pPr>
              <a:buNone/>
            </a:pPr>
            <a:r>
              <a:rPr lang="en-IN" dirty="0"/>
              <a:t>   ↓</a:t>
            </a:r>
          </a:p>
          <a:p>
            <a:pPr>
              <a:buNone/>
            </a:pPr>
            <a:r>
              <a:rPr lang="en-IN" dirty="0"/>
              <a:t>Inventory Optimization (calculate safety stock &amp; ROP)</a:t>
            </a:r>
          </a:p>
          <a:p>
            <a:pPr>
              <a:buNone/>
            </a:pPr>
            <a:r>
              <a:rPr lang="en-IN" dirty="0"/>
              <a:t>   ↓</a:t>
            </a:r>
          </a:p>
          <a:p>
            <a:pPr>
              <a:buNone/>
            </a:pPr>
            <a:r>
              <a:rPr lang="en-IN" dirty="0"/>
              <a:t>Supplier Procurement (check status, find alternatives)</a:t>
            </a:r>
          </a:p>
          <a:p>
            <a:pPr>
              <a:buNone/>
            </a:pPr>
            <a:r>
              <a:rPr lang="en-IN" dirty="0"/>
              <a:t>   ↓</a:t>
            </a:r>
          </a:p>
          <a:p>
            <a:pPr>
              <a:buNone/>
            </a:pPr>
            <a:r>
              <a:rPr lang="en-IN" dirty="0"/>
              <a:t>Logistics Capacity (plan shipments)</a:t>
            </a:r>
          </a:p>
          <a:p>
            <a:pPr>
              <a:buNone/>
            </a:pPr>
            <a:r>
              <a:rPr lang="en-IN" dirty="0"/>
              <a:t>   ↓</a:t>
            </a:r>
          </a:p>
          <a:p>
            <a:pPr>
              <a:buNone/>
            </a:pPr>
            <a:r>
              <a:rPr lang="en-IN" dirty="0"/>
              <a:t>Human Review (approve/modify/reject)</a:t>
            </a:r>
          </a:p>
          <a:p>
            <a:pPr>
              <a:buNone/>
            </a:pPr>
            <a:r>
              <a:rPr lang="en-IN" dirty="0"/>
              <a:t>   ↓</a:t>
            </a:r>
          </a:p>
          <a:p>
            <a:pPr>
              <a:buNone/>
            </a:pPr>
            <a:r>
              <a:rPr lang="en-IN" dirty="0"/>
              <a:t>[if approved] Evaluation (calculate metrics)</a:t>
            </a:r>
          </a:p>
          <a:p>
            <a:pPr>
              <a:buNone/>
            </a:pPr>
            <a:r>
              <a:rPr lang="en-IN" dirty="0"/>
              <a:t>   ↓</a:t>
            </a:r>
          </a:p>
          <a:p>
            <a:pPr>
              <a:buNone/>
            </a:pPr>
            <a:r>
              <a:rPr lang="en-IN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354438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F770-827F-8789-4D29-45E8C7EC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Loader Agent &amp; Data Profiling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2903D-D6B7-CACC-59F7-C0788E5C43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Loader Agent</a:t>
            </a:r>
          </a:p>
          <a:p>
            <a:pPr lvl="1"/>
            <a:r>
              <a:rPr lang="en-IN" dirty="0"/>
              <a:t>We are using 6 months of data divided over different stores and SKUs</a:t>
            </a:r>
          </a:p>
          <a:p>
            <a:pPr lvl="1"/>
            <a:r>
              <a:rPr lang="en-IN" dirty="0"/>
              <a:t>If the data is not present then the data is excepted through cache which was loaded in the memory on the last run</a:t>
            </a:r>
          </a:p>
          <a:p>
            <a:endParaRPr lang="en-IN" dirty="0"/>
          </a:p>
          <a:p>
            <a:r>
              <a:rPr lang="en-IN" dirty="0"/>
              <a:t>Data Profiling</a:t>
            </a:r>
          </a:p>
          <a:p>
            <a:pPr lvl="1"/>
            <a:r>
              <a:rPr lang="en-IN" dirty="0"/>
              <a:t>We clean the data </a:t>
            </a:r>
          </a:p>
          <a:p>
            <a:pPr lvl="2"/>
            <a:r>
              <a:rPr lang="en-IN" dirty="0"/>
              <a:t>Select only required columns</a:t>
            </a:r>
          </a:p>
          <a:p>
            <a:pPr lvl="2"/>
            <a:r>
              <a:rPr lang="en-IN" dirty="0"/>
              <a:t>Sort the data</a:t>
            </a:r>
          </a:p>
          <a:p>
            <a:pPr lvl="2"/>
            <a:r>
              <a:rPr lang="en-IN" dirty="0"/>
              <a:t>Bring the data in the required state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2776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B64F4-A88F-1609-C893-E7BF75AC5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D044D-8D0C-FDE1-09AA-85B833851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Demand Forecast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ED922-4A56-C1AB-7EC8-8A63FCBC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Helps in forecasting the demand based on the prompt , keeping the special occasions and weekends </a:t>
            </a:r>
          </a:p>
          <a:p>
            <a:pPr lvl="1"/>
            <a:r>
              <a:rPr lang="en-IN" dirty="0"/>
              <a:t>Where </a:t>
            </a:r>
          </a:p>
          <a:p>
            <a:pPr lvl="2"/>
            <a:r>
              <a:rPr lang="en-IN" dirty="0"/>
              <a:t>Context is Document with guides with </a:t>
            </a:r>
          </a:p>
          <a:p>
            <a:pPr lvl="3"/>
            <a:r>
              <a:rPr lang="en-IN" dirty="0"/>
              <a:t>Lead time, Alternate Suppliers, Black Friday</a:t>
            </a:r>
          </a:p>
          <a:p>
            <a:pPr lvl="2"/>
            <a:r>
              <a:rPr lang="en-IN" dirty="0"/>
              <a:t>SKUs and Store refer to the different stores </a:t>
            </a:r>
          </a:p>
          <a:p>
            <a:pPr lvl="2"/>
            <a:r>
              <a:rPr lang="en-IN" dirty="0"/>
              <a:t>History is the calculated average for every SKU </a:t>
            </a:r>
          </a:p>
          <a:p>
            <a:pPr marL="914400" lvl="2" indent="0">
              <a:buNone/>
            </a:pPr>
            <a:r>
              <a:rPr lang="en-IN" dirty="0"/>
              <a:t>Based on seasonality and demand pattern</a:t>
            </a:r>
          </a:p>
          <a:p>
            <a:pPr lvl="2"/>
            <a:endParaRPr lang="en-IN" dirty="0"/>
          </a:p>
          <a:p>
            <a:pPr lvl="2"/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6D1C5E-9F03-E325-5174-3183C92100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8580" y="2418808"/>
            <a:ext cx="2559182" cy="343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038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AEDBF-BEC0-437E-C883-2AC8C049B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AEBF8-814F-C31F-3321-429202C9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Inventory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3ACB4-AC93-74EF-59FB-B269DF8C6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N" dirty="0"/>
              <a:t>Decides how to take care of the inventory</a:t>
            </a:r>
          </a:p>
          <a:p>
            <a:pPr lvl="2"/>
            <a:r>
              <a:rPr lang="en-IN" dirty="0"/>
              <a:t>If the Inventory  budget is in the budget then the flow executes without hampering</a:t>
            </a:r>
          </a:p>
          <a:p>
            <a:pPr lvl="2"/>
            <a:r>
              <a:rPr lang="en-IN" dirty="0"/>
              <a:t>If the Inventory Budget overflows then based on Budget , Cost, Utilization we ask the LLM to suggest the strategy to reduce the stock</a:t>
            </a:r>
          </a:p>
          <a:p>
            <a:pPr lvl="2"/>
            <a:r>
              <a:rPr lang="en-IN" dirty="0"/>
              <a:t>Based on which we return the Inventory plan , budget constrains and alerts if any</a:t>
            </a:r>
          </a:p>
          <a:p>
            <a:pPr lvl="2"/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4439DE-02B8-CF6B-CF1D-024BA52C5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631" y="3756425"/>
            <a:ext cx="3492679" cy="20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73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EFB7E-0CF6-567A-0368-A837AB34F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6533-0912-91A1-DB5A-BD517AAB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Supplier Procurement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8D6D9-BA7D-EDF2-5A30-238B619E1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N" dirty="0"/>
              <a:t>Detects supplier outages</a:t>
            </a:r>
          </a:p>
          <a:p>
            <a:pPr lvl="1"/>
            <a:r>
              <a:rPr lang="en-IN" dirty="0"/>
              <a:t>Process inventory requirements</a:t>
            </a:r>
          </a:p>
          <a:p>
            <a:pPr lvl="1"/>
            <a:r>
              <a:rPr lang="en-IN" dirty="0"/>
              <a:t>Check supplier availability and alternative sourcing</a:t>
            </a:r>
          </a:p>
          <a:p>
            <a:pPr lvl="1"/>
            <a:r>
              <a:rPr lang="en-IN" dirty="0"/>
              <a:t>Negotiate for emergency supply</a:t>
            </a:r>
          </a:p>
          <a:p>
            <a:pPr lvl="1"/>
            <a:r>
              <a:rPr lang="en-IN" dirty="0"/>
              <a:t>Predefine list of Supplier , which consist of there id , name and lead time ,location based on which we can decide which is the best option for procuring the SKUs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236FC2-206C-E949-DD78-37C128B03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4029" y="4086101"/>
            <a:ext cx="3547441" cy="24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3329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739F1-8C0D-5DD0-6101-ED030EBFB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D334-4D99-0441-CC8A-97F13BA04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Logistic Capacity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3E584-35E8-D059-8B20-975910F29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N" dirty="0"/>
              <a:t>Display warehouse status</a:t>
            </a:r>
          </a:p>
          <a:p>
            <a:pPr lvl="1"/>
            <a:r>
              <a:rPr lang="en-IN" dirty="0"/>
              <a:t>Detect capacity constraints</a:t>
            </a:r>
          </a:p>
          <a:p>
            <a:pPr lvl="1"/>
            <a:r>
              <a:rPr lang="en-IN" dirty="0"/>
              <a:t>Plan shipment</a:t>
            </a:r>
          </a:p>
          <a:p>
            <a:pPr lvl="1"/>
            <a:r>
              <a:rPr lang="en-IN" dirty="0"/>
              <a:t>Black Friday Surge planning</a:t>
            </a:r>
          </a:p>
          <a:p>
            <a:pPr marL="0" indent="0">
              <a:buNone/>
            </a:pPr>
            <a:r>
              <a:rPr lang="en-IN" dirty="0"/>
              <a:t>	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717189-31CA-170C-7F80-FCD9411A7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563" y="2188029"/>
            <a:ext cx="2818971" cy="329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137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8DE6F-8421-E50D-ED6E-8040097A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BF299-C2C5-3BB6-D007-04C018F33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Human Review  &amp; Evaluation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FDE8C-56CA-C152-80D3-DB3A9DE14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Human Review </a:t>
            </a:r>
          </a:p>
          <a:p>
            <a:pPr lvl="1"/>
            <a:r>
              <a:rPr lang="en-IN" dirty="0"/>
              <a:t>Based on decision we return the data </a:t>
            </a:r>
          </a:p>
          <a:p>
            <a:pPr lvl="2"/>
            <a:r>
              <a:rPr lang="en-IN" dirty="0"/>
              <a:t>If approved then the entire data is returned</a:t>
            </a:r>
          </a:p>
          <a:p>
            <a:pPr lvl="2"/>
            <a:r>
              <a:rPr lang="en-IN" dirty="0"/>
              <a:t>If rejected then blank</a:t>
            </a:r>
          </a:p>
          <a:p>
            <a:endParaRPr lang="en-IN" dirty="0"/>
          </a:p>
          <a:p>
            <a:r>
              <a:rPr lang="en-IN" dirty="0"/>
              <a:t>Evaluation </a:t>
            </a:r>
          </a:p>
          <a:p>
            <a:pPr lvl="1"/>
            <a:r>
              <a:rPr lang="en-IN" dirty="0"/>
              <a:t>Based on mean , deviation, p90,p10,skew we </a:t>
            </a:r>
          </a:p>
          <a:p>
            <a:pPr marL="457200" lvl="1" indent="0">
              <a:buNone/>
            </a:pPr>
            <a:r>
              <a:rPr lang="en-IN" dirty="0"/>
              <a:t>create  a prompt for </a:t>
            </a:r>
            <a:r>
              <a:rPr lang="en-IN" dirty="0" err="1"/>
              <a:t>llm</a:t>
            </a:r>
            <a:r>
              <a:rPr lang="en-IN" dirty="0"/>
              <a:t> for the </a:t>
            </a:r>
            <a:r>
              <a:rPr lang="en-IN" dirty="0" err="1"/>
              <a:t>the</a:t>
            </a:r>
            <a:r>
              <a:rPr lang="en-IN" dirty="0"/>
              <a:t> confidence </a:t>
            </a:r>
          </a:p>
          <a:p>
            <a:pPr marL="914400" lvl="2" indent="0">
              <a:buNone/>
            </a:pPr>
            <a:r>
              <a:rPr lang="en-IN" dirty="0"/>
              <a:t>	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16B5C6-9027-D9EE-95CF-957521CCD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0" y="3657601"/>
            <a:ext cx="3255357" cy="293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7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F974F-003D-6D2C-C1C5-70E5C8AE5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1219-5C93-56BC-7980-9BE79E002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95411"/>
            <a:ext cx="10515600" cy="1325563"/>
          </a:xfrm>
        </p:spPr>
        <p:txBody>
          <a:bodyPr/>
          <a:lstStyle/>
          <a:p>
            <a:r>
              <a:rPr lang="en-IN" dirty="0"/>
              <a:t>Thank you !!! </a:t>
            </a:r>
          </a:p>
        </p:txBody>
      </p:sp>
    </p:spTree>
    <p:extLst>
      <p:ext uri="{BB962C8B-B14F-4D97-AF65-F5344CB8AC3E}">
        <p14:creationId xmlns:p14="http://schemas.microsoft.com/office/powerpoint/2010/main" val="19936889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503</Words>
  <Application>Microsoft Office PowerPoint</Application>
  <PresentationFormat>Widescreen</PresentationFormat>
  <Paragraphs>102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SupplyChainAI Challenge</vt:lpstr>
      <vt:lpstr>The Challenge</vt:lpstr>
      <vt:lpstr>Our Mission</vt:lpstr>
      <vt:lpstr>Solution – LangChain + LangGraph</vt:lpstr>
      <vt:lpstr>Agents</vt:lpstr>
      <vt:lpstr>Flow</vt:lpstr>
      <vt:lpstr>Data Loader Agent &amp; Data Profiling</vt:lpstr>
      <vt:lpstr>Demand Forecast</vt:lpstr>
      <vt:lpstr>Inventory Optimization</vt:lpstr>
      <vt:lpstr>Supplier Procurement </vt:lpstr>
      <vt:lpstr>Logistic Capacity </vt:lpstr>
      <vt:lpstr>Human Review  &amp; Evaluation </vt:lpstr>
      <vt:lpstr>Thank you !!!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Sumit Bedi</dc:creator>
  <cp:lastModifiedBy>Sumit Bedi</cp:lastModifiedBy>
  <cp:revision>1</cp:revision>
  <dcterms:created xsi:type="dcterms:W3CDTF">2026-01-15T07:54:53Z</dcterms:created>
  <dcterms:modified xsi:type="dcterms:W3CDTF">2026-01-15T10:57:43Z</dcterms:modified>
</cp:coreProperties>
</file>